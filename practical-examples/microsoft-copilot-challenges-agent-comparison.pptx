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9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-video.azurefd.net/vod/player?id=257c1a95-04fb-422e-add2-51e91388ae5f" TargetMode="External"/><Relationship Id="rId2" Type="http://schemas.openxmlformats.org/officeDocument/2006/relationships/hyperlink" Target="https://adoption.microsoft.com/en-us/microsoft-security-copilot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ithub.com/en/copilot/how-tos/use-copilot-agents/cloud-agent" TargetMode="External"/><Relationship Id="rId4" Type="http://schemas.openxmlformats.org/officeDocument/2006/relationships/hyperlink" Target="https://learn.microsoft.com/en-us/azure/azure-monitor/aiops/observability-agent-overvie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fundamentals/copilot-fabric-overview" TargetMode="External"/><Relationship Id="rId2" Type="http://schemas.openxmlformats.org/officeDocument/2006/relationships/hyperlink" Target="https://learn.microsoft.com/en-us/purview/ai-microsoft-purview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ithub.com/en/copilot/how-tos/use-copilot-agents/cloud-agen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-video.azurefd.net/vod/player?id=257c1a95-04fb-422e-add2-51e91388ae5f" TargetMode="External"/><Relationship Id="rId2" Type="http://schemas.openxmlformats.org/officeDocument/2006/relationships/hyperlink" Target="https://adoption.microsoft.com/en-us/microsoft-security-copilot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ithub.com/en/copilot/how-tos/use-copilot-agents/cloud-agent" TargetMode="External"/><Relationship Id="rId4" Type="http://schemas.openxmlformats.org/officeDocument/2006/relationships/hyperlink" Target="https://learn.microsoft.com/en-us/copilot/security/experiences-security-copilot#embedded-experienc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microsoft-copilot-studio/fundamentals-what-is-copilot-studio" TargetMode="External"/><Relationship Id="rId2" Type="http://schemas.openxmlformats.org/officeDocument/2006/relationships/hyperlink" Target="https://adoption.microsoft.com/en-us/copilot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ithub.com/en/copilot/how-tos/use-copilot-agents/cloud-agent" TargetMode="External"/><Relationship Id="rId4" Type="http://schemas.openxmlformats.org/officeDocument/2006/relationships/hyperlink" Target="https://learn.microsoft.com/en-us/azure/ai-foundry/agents/overvi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i-foundry/agents/overview" TargetMode="External"/><Relationship Id="rId2" Type="http://schemas.openxmlformats.org/officeDocument/2006/relationships/hyperlink" Target="https://learn.microsoft.com/en-us/azure/migrate/azure-copilot-migration-agent?view=migrat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ithub.com/en/copilot/how-tos/use-copilot-agents/cloud-agen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how-tos/use-copilot-agents/cloud-agent" TargetMode="External"/><Relationship Id="rId2" Type="http://schemas.openxmlformats.org/officeDocument/2006/relationships/hyperlink" Target="https://learn.microsoft.com/en-us/azure/migrate/azure-copilot-migration-agent?view=migrate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cloud-computing/finops/toolkit/power-bi/reports" TargetMode="External"/><Relationship Id="rId2" Type="http://schemas.openxmlformats.org/officeDocument/2006/relationships/hyperlink" Target="https://learn.microsoft.com/en-us/azure/copilot/overview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ithub.com/en/copilot/how-tos/use-copilot-agents/cloud-agen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66928"/>
            <a:ext cx="62179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7E8DD"/>
                </a:solidFill>
                <a:latin typeface="Aptos"/>
              </a:rPr>
              <a:t>Microsoft Copilot &amp;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68096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Agents specialises vs 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148840"/>
            <a:ext cx="7498079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Comparer ce qui existe deja et ce qu'il faut construire ou adapter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Incidents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26325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81773" y="3246120"/>
            <a:ext cx="1013677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9731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05179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Risques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73137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28585" y="3246120"/>
            <a:ext cx="1013677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Projets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96542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51990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Apps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19948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75396" y="3246120"/>
            <a:ext cx="1013677" cy="566928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Modernize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43354" y="3447288"/>
            <a:ext cx="128016" cy="146304"/>
          </a:xfrm>
          <a:prstGeom prst="rightArrow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98802" y="3246120"/>
            <a:ext cx="1013677" cy="566928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81728"/>
            <a:ext cx="78638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7E8DD"/>
                </a:solidFill>
                <a:latin typeface="Aptos"/>
              </a:rPr>
              <a:t>Slides synthetiques, orientees agents et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QUALITE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Renforcer le traitement des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Security Copilot est l'agent cle pour les incidents securite. L'observability agent aide plutot les SRE a analyser les signaux applicatifs et infra.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Microsoft Security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Video</a:t>
            </a: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Copilot observability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6" name="Rounded Rectangle 15">
            <a:hlinkClick r:id="rId5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5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pour automatiser runbooks, KQL et integrations ITSM depuis le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931920"/>
            <a:ext cx="364845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Pret a l'emploi pour triage secu, resumes d'incident, KQL et guidage SOC/SRE.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Plus d'effort: connecter logs, runbooks, tickets et garde-fous avant d'obtenir un agent operationnel.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22031"/>
          </a:solidFill>
          <a:ln>
            <a:solidFill>
              <a:srgbClr val="12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QUALITE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Securiser et fiabiliser le traitement des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Passer d'une chaine de donnees dispersee a une plateforme gouvernee: classification, controles, lineage, supervision et usages IA bornes.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Copilot in Microsoft Purview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Copilot in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5" name="Rounded Rectangle 14">
            <a:hlinkClick r:id="rId4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pour coder controles, pipelines et rapports autour du patrimoine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931920"/>
            <a:ext cx="364845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Purview/Fabric donnent deja classification, gouvernance, lineage et aide a l'analyse.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A construire: connecteurs, scripts de controle, tests et documentation des regles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QUALITE &amp; SECURITE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Piloter les plans de remediation SSI par les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Prioriser les actions SSI par criticite business, chemin d'attaque, exposition cloud/code et capacite de remediation.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Microsoft Security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Video</a:t>
            </a:r>
          </a:p>
        </p:txBody>
      </p:sp>
      <p:sp>
        <p:nvSpPr>
          <p:cNvPr id="13" name="Rounded Rectangle 12">
            <a:hlinkClick r:id="rId4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Defender for Cloud embedded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6" name="Rounded Rectangle 15">
            <a:hlinkClick r:id="rId5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5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pour generer correctifs IaC/code et pull requests de remediation.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931920"/>
            <a:ext cx="364845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Security Copilot/Defender savent analyser recommandations, attaque paths et priorites risque.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Utile pour transformer les actions en code, mais demande mapping repo, policies et validations.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22031"/>
          </a:solidFill>
          <a:ln>
            <a:solidFill>
              <a:srgbClr val="12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RELATION METIER /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Alleger le pilotage des projets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Automatiser la synthese, les comptes rendus, la preparation des supports et le suivi des decisions sans sortir du flux Teams/Office.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Microsoft 365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Copilot Studio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Rounded Rectangle 13">
            <a:hlinkClick r:id="rId4"/>
          </p:cNvPr>
          <p:cNvSpPr/>
          <p:nvPr/>
        </p:nvSpPr>
        <p:spPr>
          <a:xfrm>
            <a:off x="530352" y="3310127"/>
            <a:ext cx="2834640" cy="347472"/>
          </a:xfrm>
          <a:prstGeom prst="round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AI Foundry Agent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392423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5"/>
              </a:rP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pro-code pour construire/connecter un agent projet sur mesure.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931920"/>
            <a:ext cx="2659382" cy="2215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 dirty="0">
                <a:solidFill>
                  <a:srgbClr val="1F2A37"/>
                </a:solidFill>
                <a:latin typeface="Aptos"/>
              </a:rPr>
              <a:t>Low code: M365/Copilot Studio pour Teams, actions et workflows. </a:t>
            </a:r>
            <a:br>
              <a:rPr lang="en-GB" sz="720" b="0" dirty="0">
                <a:solidFill>
                  <a:srgbClr val="1F2A37"/>
                </a:solidFill>
                <a:latin typeface="Aptos"/>
              </a:rPr>
            </a:br>
            <a:r>
              <a:rPr sz="720" b="0" dirty="0">
                <a:solidFill>
                  <a:srgbClr val="1F2A37"/>
                </a:solidFill>
                <a:latin typeface="Aptos"/>
              </a:rPr>
              <a:t>Pro code: Foundry pour agent custom.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GitHub Copilot aide a coder l'agent Foundry, connecteurs et tests; plus flexible, plus d'engineering.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EFFICIENCE &amp; PATRIMOINE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Maitriser les patrimoines applicatifs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Construire un inventaire vivant des applications, dependances, couts, risques et trajectoires de transformation.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Copilot migration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AI Foundry Agent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5" name="Rounded Rectangle 14">
            <a:hlinkClick r:id="rId4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pour generer fiches, scripts Resource Graph et backlog de rationalisation.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931920"/>
            <a:ext cx="364845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Azure Migrate lit deja l'inventaire. Foundry peut porter un agent connecte a Azure Resource Graph.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A construire: requetes Resource Graph, schema applicatif, scoring et generation de backlog.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22031"/>
          </a:solidFill>
          <a:ln>
            <a:solidFill>
              <a:srgbClr val="122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SOCLES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Accelerer la modernisation des patrimoines coeurs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Industrialiser la trajectoire migrate/modernize: evaluation, refactoring assiste, landing zones et pipeline de livraison securise.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Azure Copilot migration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GitHub Copilot coding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directe pour refactorer code, IaC, tests et pipelines.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931920"/>
            <a:ext cx="364845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Azure Migrate planifie la trajectoire et cible Azure; l'execution code reste a industrialiser.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Fort pour pro-code: PR, refactoring, IaC et tests; demande contexte repo et validation humaine.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8088"/>
          </a:solidFill>
          <a:ln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8088"/>
                </a:solidFill>
                <a:latin typeface="Aptos"/>
              </a:rPr>
              <a:t>Challenge #07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457200"/>
            <a:ext cx="21945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5C6978"/>
                </a:solidFill>
                <a:latin typeface="Aptos"/>
              </a:rPr>
              <a:t>TRANSVERSE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6217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2031"/>
                </a:solidFill>
                <a:latin typeface="Aptos"/>
              </a:rPr>
              <a:t>Simplifier la gestion budgetaire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26464"/>
            <a:ext cx="617220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1F2A37"/>
                </a:solidFill>
                <a:latin typeface="Aptos"/>
              </a:rPr>
              <a:t>Mettre une boucle FinOps continue: allocation, prevision, alertes, optimisation et arbitrage partage avec les equipes.</a:t>
            </a:r>
          </a:p>
        </p:txBody>
      </p:sp>
      <p:sp>
        <p:nvSpPr>
          <p:cNvPr id="7" name="Oval 6"/>
          <p:cNvSpPr/>
          <p:nvPr/>
        </p:nvSpPr>
        <p:spPr>
          <a:xfrm>
            <a:off x="7543800" y="749808"/>
            <a:ext cx="841248" cy="841248"/>
          </a:xfrm>
          <a:prstGeom prst="ellipse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969264"/>
            <a:ext cx="502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22031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Agents specialises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30352" y="2542032"/>
            <a:ext cx="283464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Microsoft Copilot for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624327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2"/>
              </a:rPr>
              <a:t>Demo</a:t>
            </a:r>
          </a:p>
        </p:txBody>
      </p:sp>
      <p:sp>
        <p:nvSpPr>
          <p:cNvPr id="12" name="Rounded Rectangle 11">
            <a:hlinkClick r:id="rId3"/>
          </p:cNvPr>
          <p:cNvSpPr/>
          <p:nvPr/>
        </p:nvSpPr>
        <p:spPr>
          <a:xfrm>
            <a:off x="530352" y="2926079"/>
            <a:ext cx="2834640" cy="347472"/>
          </a:xfrm>
          <a:prstGeom prst="round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750" b="1">
                <a:solidFill>
                  <a:srgbClr val="122031"/>
                </a:solidFill>
                <a:latin typeface="Aptos"/>
              </a:rPr>
              <a:t>FinOps toolkit reporting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008375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3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2103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22031"/>
                </a:solidFill>
                <a:latin typeface="Aptos"/>
              </a:rPr>
              <a:t>Alternative GitHub</a:t>
            </a:r>
          </a:p>
        </p:txBody>
      </p:sp>
      <p:sp>
        <p:nvSpPr>
          <p:cNvPr id="15" name="Rounded Rectangle 14">
            <a:hlinkClick r:id="rId4"/>
          </p:cNvPr>
          <p:cNvSpPr/>
          <p:nvPr/>
        </p:nvSpPr>
        <p:spPr>
          <a:xfrm>
            <a:off x="4617720" y="2542032"/>
            <a:ext cx="2880360" cy="347472"/>
          </a:xfrm>
          <a:prstGeom prst="round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sz="900" b="1">
                <a:solidFill>
                  <a:srgbClr val="122031"/>
                </a:solidFill>
                <a:latin typeface="Aptos"/>
              </a:rPr>
              <a:t>GitHub Copilot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624328"/>
            <a:ext cx="5029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40" b="1" u="sng">
                <a:solidFill>
                  <a:srgbClr val="0061A1"/>
                </a:solidFill>
                <a:latin typeface="Aptos"/>
                <a:hlinkClick r:id="rId4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99232"/>
            <a:ext cx="37033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5C6978"/>
                </a:solidFill>
                <a:latin typeface="Aptos"/>
              </a:rPr>
              <a:t>Alternative pour automatiser exports, controles FinOps et rapports custom.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611880"/>
            <a:ext cx="3886200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712464"/>
            <a:ext cx="364845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Disponible dans les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931920"/>
            <a:ext cx="364845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Copilot for Azure et FinOps Toolkit donnent vues, anomalies, reporting et optimisation standard.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611880"/>
            <a:ext cx="3977639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3712464"/>
            <a:ext cx="3739896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1">
                <a:solidFill>
                  <a:srgbClr val="122031"/>
                </a:solidFill>
                <a:latin typeface="Aptos"/>
              </a:rPr>
              <a:t>A faire avec GitHub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931920"/>
            <a:ext cx="373989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1F2A37"/>
                </a:solidFill>
                <a:latin typeface="Aptos"/>
              </a:rPr>
              <a:t>A construire: jobs, dashboards custom, tests de tags et PR de correction sur IaC.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11480"/>
            <a:ext cx="47548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22031"/>
                </a:solidFill>
                <a:latin typeface="Aptos"/>
              </a:rPr>
              <a:t>Lecture transversale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43000"/>
            <a:ext cx="1115568" cy="384048"/>
          </a:xfrm>
          <a:prstGeom prst="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207008"/>
            <a:ext cx="6217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Security Copilot pour incidents secu; observability agent pour SRE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1115568" cy="384048"/>
          </a:xfrm>
          <a:prstGeom prst="rect">
            <a:avLst/>
          </a:prstGeom>
          <a:solidFill>
            <a:srgbClr val="D6E69E"/>
          </a:solidFill>
          <a:ln>
            <a:solidFill>
              <a:srgbClr val="D6E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892807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865376"/>
            <a:ext cx="6217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Purview/Fabric/Defender si disponible; GitHub pour controles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59736"/>
            <a:ext cx="1115568" cy="384048"/>
          </a:xfrm>
          <a:prstGeom prst="rect">
            <a:avLst/>
          </a:prstGeom>
          <a:solidFill>
            <a:srgbClr val="F2977E"/>
          </a:solidFill>
          <a:ln>
            <a:solidFill>
              <a:srgbClr val="F2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55117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523744"/>
            <a:ext cx="6217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Foundry pour agent pro-code; Copilot Studio pour low-code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18104"/>
            <a:ext cx="1115568" cy="384048"/>
          </a:xfrm>
          <a:prstGeom prst="rect">
            <a:avLst/>
          </a:prstGeom>
          <a:solidFill>
            <a:srgbClr val="F6BE58"/>
          </a:solidFill>
          <a:ln>
            <a:solidFill>
              <a:srgbClr val="F6B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209544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3182112"/>
            <a:ext cx="6217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Azure Migrate pour inventaire; GitHub pour backlog/code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76472"/>
            <a:ext cx="1115568" cy="384048"/>
          </a:xfrm>
          <a:prstGeom prst="rect">
            <a:avLst/>
          </a:prstGeom>
          <a:solidFill>
            <a:srgbClr val="C7E8DD"/>
          </a:solidFill>
          <a:ln>
            <a:solidFill>
              <a:srgbClr val="C7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867911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22031"/>
                </a:solidFill>
                <a:latin typeface="Aptos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3840480"/>
            <a:ext cx="6217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Aptos"/>
              </a:rPr>
              <a:t>Copilot for Azure/FinOps pour analyse; GitHub pour automatiser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72000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22031"/>
                </a:solidFill>
                <a:latin typeface="Aptos"/>
              </a:rPr>
              <a:t>Principe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498848"/>
            <a:ext cx="62179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Choisir l'agent specialise quand il sait deja faire; utiliser GitHub Copilot quand il faut coder, connecter ou industrialiser.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22031"/>
                </a:solidFill>
                <a:latin typeface="Aptos"/>
              </a:rPr>
              <a:t>Sources et diagrammes Microsoft a consulter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learn.microsoft.com/copilot/security/microsoft-security-copilot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learn.microsoft.com/azure/sentinel/overview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learn.microsoft.com/azure/azure-monitor/fundamentals/overview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82496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learn.microsoft.com/purview/purview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learn.microsoft.com/fabric/fundamentals/microsoft-fabric-overview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learn.microsoft.com/azure/defender-for-cloud/defender-for-cloud-introduction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50592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learn.microsoft.com/microsoft-365/copilot/microsoft-365-copilot-overview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06624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learn.microsoft.com/azure/ai-foundry/agents/overview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62656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learn.microsoft.com/azure/migrate/migrate-services-overview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18688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learn.microsoft.com/azure/cloud-adoption-framework/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74720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docs.github.com/copilot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30752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learn.microsoft.com/azure/cost-management-billing/costs/quick-acm-cost-analysis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86784"/>
            <a:ext cx="804672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5C6978"/>
                </a:solidFill>
                <a:latin typeface="Aptos"/>
              </a:rPr>
              <a:t>learn.microsoft.com/cloud-computing/finops/toolkit/finops-toolkit-overview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90288"/>
            <a:ext cx="804672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8088"/>
                </a:solidFill>
                <a:latin typeface="Aptos"/>
              </a:rPr>
              <a:t>Les schemas inclus sont des versions simplifiees inspirees des architectures de reference, pas des captures de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1041</Words>
  <Application>Microsoft Office PowerPoint</Application>
  <PresentationFormat>On-screen Show (16:9)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Yassine El Ghali</cp:lastModifiedBy>
  <cp:revision>2</cp:revision>
  <dcterms:created xsi:type="dcterms:W3CDTF">2013-01-27T09:14:16Z</dcterms:created>
  <dcterms:modified xsi:type="dcterms:W3CDTF">2026-06-15T09:49:38Z</dcterms:modified>
  <cp:category/>
</cp:coreProperties>
</file>